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71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  <p:sldId id="275" r:id="rId24"/>
    <p:sldId id="279" r:id="rId25"/>
    <p:sldId id="276" r:id="rId26"/>
    <p:sldId id="277" r:id="rId27"/>
    <p:sldId id="278" r:id="rId28"/>
    <p:sldId id="280" r:id="rId29"/>
    <p:sldId id="281" r:id="rId30"/>
    <p:sldId id="283" r:id="rId31"/>
    <p:sldId id="282" r:id="rId32"/>
    <p:sldId id="284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003" autoAdjust="0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DD74C-744E-4C39-96D2-FB100A91D93B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5B188-D3A8-4451-B756-D5BA3DB5D4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13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Pra fazer uma gravação em um </a:t>
            </a:r>
            <a:r>
              <a:rPr lang="pt-BR" dirty="0" err="1"/>
              <a:t>Shared</a:t>
            </a:r>
            <a:r>
              <a:rPr lang="pt-BR" dirty="0"/>
              <a:t> </a:t>
            </a:r>
            <a:r>
              <a:rPr lang="pt-BR" dirty="0" err="1"/>
              <a:t>Preferences</a:t>
            </a:r>
            <a:r>
              <a:rPr lang="pt-BR" dirty="0"/>
              <a:t>, a gente precisa dessa classe </a:t>
            </a:r>
            <a:r>
              <a:rPr lang="pt-BR" dirty="0" err="1"/>
              <a:t>SharedPreferences</a:t>
            </a:r>
            <a:r>
              <a:rPr lang="pt-BR" dirty="0"/>
              <a:t> para criar um objeto </a:t>
            </a:r>
            <a:r>
              <a:rPr lang="pt-BR" dirty="0" err="1"/>
              <a:t>prefs</a:t>
            </a:r>
            <a:r>
              <a:rPr lang="pt-BR" dirty="0"/>
              <a:t> que vai receber um </a:t>
            </a:r>
            <a:r>
              <a:rPr lang="pt-BR" dirty="0" err="1"/>
              <a:t>getSharedPreferences</a:t>
            </a:r>
            <a:r>
              <a:rPr lang="pt-BR" dirty="0"/>
              <a:t>(“chave”, MODE_PRIVATE) onde eu coloco uma chave e o modo privado para que outros apps não tenham acesso a ele. Depois eu crio um objeto editor que vai receber o </a:t>
            </a:r>
            <a:r>
              <a:rPr lang="pt-BR" dirty="0" err="1"/>
              <a:t>prefs.edit</a:t>
            </a:r>
            <a:r>
              <a:rPr lang="pt-BR" dirty="0"/>
              <a:t> que eu criei </a:t>
            </a:r>
            <a:r>
              <a:rPr lang="pt-BR" dirty="0" err="1"/>
              <a:t>la</a:t>
            </a:r>
            <a:r>
              <a:rPr lang="pt-BR" dirty="0"/>
              <a:t> em cima. Esse editor é que vai permitir a entrada de dados. De que forma? A gente coloca o </a:t>
            </a:r>
            <a:r>
              <a:rPr lang="pt-BR" dirty="0" err="1"/>
              <a:t>editor.putString</a:t>
            </a:r>
            <a:r>
              <a:rPr lang="pt-BR" dirty="0"/>
              <a:t>, coloco uma chave e um valor. Nesse caso estou obtendo o nome que foi digitado em um formulário. Com o editor eu tenho acesso ao método </a:t>
            </a:r>
            <a:r>
              <a:rPr lang="pt-BR" dirty="0" err="1"/>
              <a:t>put</a:t>
            </a:r>
            <a:r>
              <a:rPr lang="pt-BR" dirty="0"/>
              <a:t> que vai guardar os dados no arquivo. Depois </a:t>
            </a:r>
            <a:r>
              <a:rPr lang="pt-BR" dirty="0" err="1"/>
              <a:t>editor.commit</a:t>
            </a:r>
            <a:r>
              <a:rPr lang="pt-BR" dirty="0"/>
              <a:t> grava.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846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que eu obtenho essas informações que foram gravadas. Novamente eu crio o objeto do </a:t>
            </a:r>
            <a:r>
              <a:rPr lang="pt-BR" dirty="0" err="1"/>
              <a:t>SharedPreferences</a:t>
            </a:r>
            <a:r>
              <a:rPr lang="pt-BR" dirty="0"/>
              <a:t>. Não precisa ser igual ao que criamos </a:t>
            </a:r>
            <a:r>
              <a:rPr lang="pt-BR" dirty="0" err="1"/>
              <a:t>la</a:t>
            </a:r>
            <a:r>
              <a:rPr lang="pt-BR" dirty="0"/>
              <a:t> em cima. Esse </a:t>
            </a:r>
            <a:r>
              <a:rPr lang="pt-BR" dirty="0" err="1"/>
              <a:t>prefs</a:t>
            </a:r>
            <a:r>
              <a:rPr lang="pt-BR" dirty="0"/>
              <a:t> vai receber o </a:t>
            </a:r>
            <a:r>
              <a:rPr lang="pt-BR" dirty="0" err="1"/>
              <a:t>getSharedPreferences</a:t>
            </a:r>
            <a:r>
              <a:rPr lang="pt-BR" dirty="0"/>
              <a:t> e aqui o importante é que tenha o mesmo nome criado na hora que gravamos os dados. Observem que essa linha é igual a essa linha. Ai criamos as variáveis no caso aqui criei todas como </a:t>
            </a:r>
            <a:r>
              <a:rPr lang="pt-BR" dirty="0" err="1"/>
              <a:t>string</a:t>
            </a:r>
            <a:r>
              <a:rPr lang="pt-BR" dirty="0"/>
              <a:t>, e ai o nome recebe o </a:t>
            </a:r>
            <a:r>
              <a:rPr lang="pt-BR" dirty="0" err="1"/>
              <a:t>prefs.getString</a:t>
            </a:r>
            <a:r>
              <a:rPr lang="pt-BR" dirty="0"/>
              <a:t> porque é um </a:t>
            </a:r>
            <a:r>
              <a:rPr lang="pt-BR" dirty="0" err="1"/>
              <a:t>string</a:t>
            </a:r>
            <a:r>
              <a:rPr lang="pt-BR" dirty="0"/>
              <a:t> e passo o nome da chave que </a:t>
            </a:r>
            <a:r>
              <a:rPr lang="pt-BR" dirty="0" err="1"/>
              <a:t>ta</a:t>
            </a:r>
            <a:r>
              <a:rPr lang="pt-BR" dirty="0"/>
              <a:t> gravado </a:t>
            </a:r>
            <a:r>
              <a:rPr lang="pt-BR" dirty="0" err="1"/>
              <a:t>la</a:t>
            </a:r>
            <a:r>
              <a:rPr lang="pt-BR" dirty="0"/>
              <a:t>. Depois da virgula eu preciso passar um valor que pode ser em branco porque ele precisa de dois parâmetros.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158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Declarar os elementos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400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Linkar os elementos com o layout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4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Colocando o foco no primeiro campo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421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Listener</a:t>
            </a:r>
            <a:r>
              <a:rPr lang="pt-BR" dirty="0"/>
              <a:t> do botão gravar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698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Codigo</a:t>
            </a:r>
            <a:r>
              <a:rPr lang="pt-BR" dirty="0"/>
              <a:t> para gravar os dados no </a:t>
            </a:r>
            <a:r>
              <a:rPr lang="pt-BR" dirty="0" err="1"/>
              <a:t>shared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664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Codigo</a:t>
            </a:r>
            <a:r>
              <a:rPr lang="pt-BR" dirty="0"/>
              <a:t> para apresentar os dados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550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Criamos a tela e vamos identificar os campos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48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Split de tela para pegar os nomes dos campos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607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Declarando os elementos no </a:t>
            </a:r>
            <a:r>
              <a:rPr lang="pt-BR" dirty="0" err="1"/>
              <a:t>java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214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Linkando o layout com o </a:t>
            </a:r>
            <a:r>
              <a:rPr lang="pt-BR" dirty="0" err="1"/>
              <a:t>java</a:t>
            </a:r>
            <a:r>
              <a:rPr lang="pt-BR" dirty="0"/>
              <a:t> e colocando o foco no campo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81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Quando eu clicar no botão ele tem que validar o login e a senha e se for o caso, abrir outra </a:t>
            </a:r>
            <a:r>
              <a:rPr lang="pt-BR" dirty="0" err="1"/>
              <a:t>tela.faco</a:t>
            </a:r>
            <a:r>
              <a:rPr lang="pt-BR" dirty="0"/>
              <a:t> o </a:t>
            </a:r>
            <a:r>
              <a:rPr lang="pt-BR" dirty="0" err="1"/>
              <a:t>listener</a:t>
            </a:r>
            <a:r>
              <a:rPr lang="pt-BR" dirty="0"/>
              <a:t> e se tiver algum campo vazio, ele vai colocar o </a:t>
            </a:r>
            <a:r>
              <a:rPr lang="pt-BR" dirty="0" err="1"/>
              <a:t>toast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907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o </a:t>
            </a:r>
            <a:r>
              <a:rPr lang="pt-BR" dirty="0" err="1"/>
              <a:t>email</a:t>
            </a:r>
            <a:r>
              <a:rPr lang="pt-BR" dirty="0"/>
              <a:t> estiver correto, abre a tela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027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não da uma mensagem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975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Criamos a </a:t>
            </a:r>
            <a:r>
              <a:rPr lang="pt-BR" dirty="0" err="1"/>
              <a:t>activity</a:t>
            </a:r>
            <a:r>
              <a:rPr lang="pt-BR" dirty="0"/>
              <a:t> principal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155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tela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442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Criando o método voltar e pedir para criar o método no principal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054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090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Criando um método mensagem para melhorar nosso código.... Agora se os campos estiverem vazios ele da a </a:t>
            </a:r>
            <a:r>
              <a:rPr lang="pt-BR" dirty="0" err="1"/>
              <a:t>mensage</a:t>
            </a:r>
            <a:r>
              <a:rPr lang="pt-BR" dirty="0"/>
              <a:t> </a:t>
            </a:r>
            <a:r>
              <a:rPr lang="pt-BR" dirty="0" err="1"/>
              <a:t>preenha</a:t>
            </a:r>
            <a:r>
              <a:rPr lang="pt-BR" dirty="0"/>
              <a:t> os campos e se o login estiver incorreto ele passa a mensagem login incorreto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649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Metodo</a:t>
            </a:r>
            <a:r>
              <a:rPr lang="pt-BR" dirty="0"/>
              <a:t> mensagem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5B188-D3A8-4451-B756-D5BA3DB5D4F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98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ED41B-0DF6-8C4C-3372-4612A895B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9ABB4-4FBB-D88F-CD13-BAC11147A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415812-703B-607A-5F1D-2C2B545E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02B257-67D8-96F8-A242-E0EDDD0C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61D490-BC72-FA55-9D57-D67C36B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48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650D9-1C2B-AFE2-C044-4483965B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8A66D-CA94-554E-914B-20C9EE41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08FD06-DA4F-F515-E22A-D8331D27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164503-276C-DA0A-B514-6143E9EF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9CB071-DABB-00C2-746F-AD4FC145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6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E7FC0-E965-F7F5-6018-BCCA74CE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67FFBA-A607-C3B8-13F3-973A0AD52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1E6390-64C8-7C50-2FA9-A98CAED4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C0C6B-39B8-5185-0880-5822B7C0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636B75-DBAC-C0D1-2711-8FD70640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20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1A389-2AF4-F5E2-B773-160EA789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269759-6919-775F-3BD6-3DB5DD598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CF69AA-3826-F1F1-265F-0C56D112F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57CD4D-B3AC-23AA-1AC7-DCE8E55A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153E82-669F-D19F-7C9E-337414C4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AB4635-D3BF-9E90-4332-C5797795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15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C3541-F42B-1EA4-AC58-52154124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8675E7-3514-1A88-A26D-63CF2BF10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C9E4A2-5482-2A5B-D0C4-FBAC17066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903F71-7695-AC72-BD33-53B17C3C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7147D4-2149-3BEA-0FA1-1A9525089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5BB6DA-83E1-96F9-4127-F56877B7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9D10A2-05F5-1690-37F4-89355983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082A18F-AC11-E7B1-C50C-2EC8BE89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66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60A45-E3AA-3A22-EB31-17902F59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F1A162-9FC1-3474-7FA7-FF85230D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1D8F4D-413B-ACFE-4C03-20A0BAA8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624EA3-8D15-1EFA-2F88-C6C3AB43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51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55675D-769E-CEBD-D383-53913FD9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0A0047-FAD4-481A-1D66-F426BD56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9AE43-AD16-20A8-9B25-C7DF0E76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58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48965-26CC-C5BF-48BB-56BF39C3D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7E8EB5-9DFD-43D5-2D75-8DB926EC6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EFE4C4-9F7E-0DB4-882C-5D4A11F98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6D0789-899C-F787-6A52-E14D9FFA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DB6201-88B7-AC21-5070-E02DD232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5C3F2E-26AC-0264-D08C-7128555F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26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F4E10-FCAE-F23C-E583-B504D894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7421FA-A100-605F-6DCE-753B26CB8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1A7310-EA5B-6588-7FD0-CF69CA85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120487-6B88-D163-072B-92C052C8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986676-688E-53A0-88CB-4DA99956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7AE6DE-C195-128C-D51A-3FB5080C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77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AC7E6-A1B3-9C7C-3A9F-1602735C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B205E9-6A51-59FA-4047-355D78087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E90015-EB63-C2AA-B150-EF20F8BE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63BF8E-F729-7F52-E1AA-09C7D030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10287-F7B4-2946-17C0-3D567676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56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C1BA0D-75EA-1F78-F1D9-27DA48B4B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7227C6-744A-47CA-626F-3B9B84FE0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FD1B6A-9C21-ABBF-0B89-B784788E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712B64-2CD4-F945-00E4-1463672A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EAD2C7-0790-AA0E-EB71-A7FE007F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80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A36D04C-9615-929A-2FA9-4979170B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84A7F9-EF73-51D7-88D4-D846D3AAD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0FC2D6-8D8F-DC21-FF28-1D44AE5F9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4CCD5-9DBC-4008-AD37-5937E55AA5B3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7ED9E0-63C4-8354-1FF1-7BB0B8F55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FD4A69-0E96-66DD-54C2-46D9E5F9D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F3554-0A75-40CF-A289-D996989F28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063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5FAD3-702F-A3A4-7234-D7D5C681F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Gravar e ler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26744-1FBF-8F26-8BAC-1E56F8CBF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Com </a:t>
            </a:r>
            <a:r>
              <a:rPr lang="pt-BR" dirty="0" err="1"/>
              <a:t>shared</a:t>
            </a:r>
            <a:r>
              <a:rPr lang="pt-BR" dirty="0"/>
              <a:t> </a:t>
            </a:r>
            <a:r>
              <a:rPr lang="pt-BR" dirty="0" err="1"/>
              <a:t>preferences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5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41523-3528-B99D-496B-6CC4E2FA3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3B6760-5D66-3726-6ECA-A95CEB906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38CEA8-D95F-27CF-176B-18D2E089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0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41523-3528-B99D-496B-6CC4E2FA3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3B6760-5D66-3726-6ECA-A95CEB906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38CEA8-D95F-27CF-176B-18D2E089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0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EEAFC-18D9-7504-776F-57569EDF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653572-87D2-D12B-90A1-E719DFA89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CC335F-4665-6EE0-6522-69A3002AC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7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61319-BA2A-1BD5-4954-3DAAD00C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2174AA-7FAB-C14B-CABA-36866DA9B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1752EE-C08E-84D3-500D-4F49D1735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57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508E3-42A4-CCDC-2FBB-D6B568B8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6F32A-D88F-CB95-9BE4-48147D44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CCB0C6-E7A6-2214-165F-F163A78B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6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2FC4B-089A-2551-904E-94EEB27D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7B5D8E-5733-6AF5-7904-C25523DE5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7724B3-02B2-9EF2-63C0-BC9C806D9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97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055A0-2226-B41B-F83E-E58BD700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E24240-BA6C-A841-E691-64291E734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4CA67B-6CE7-7056-93F5-A06D6FFE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72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CC7DA-BDF9-FC64-7A71-8AB29032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FEBDD0-8F0C-5C42-ACA5-5952C7DCD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BA270A-0C7F-FC5D-6889-9D0D52F6B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9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B1511-16FC-22F4-56CA-6F4B107D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245B3A-7B86-5FBF-1E98-362EB4D5C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001CD2-4E15-A6B3-9C86-C5C256F11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0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E516A-A9B8-9CDB-6820-8E13F519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D09411-3293-88BD-0A83-6C53EB7B3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B15779-FC33-4D0E-D0AC-5D11C34AD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68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9C280-9C65-9DEF-FC28-A106289B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86BB55-E1E7-D598-5FB2-29BFBCC16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E55588-1759-9763-66CF-34DBE0E88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8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081DE-A827-A247-B99A-5311DE2C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D27553-1816-7309-F1C0-02FE80934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053F18-1A85-B1F8-2606-349125A5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4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CFCAD-3D17-0A69-BF20-15D6E387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Login com acesso a outra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CFDFFB-17D1-69EC-4B36-49F75A15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828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46A36-72E3-7AB4-BBA7-1C0CF614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86705B-F986-D7B6-B9A5-CA4EED85C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9F9BFF-8255-7C0B-28A6-F4B045E0F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65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FE65C0-7D2B-6524-34B8-2FDF3BF8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0C4F1-0033-75C9-8426-9D29928A8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A59790-F3DF-A9AF-0D9B-484D051F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46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F220B-B23F-5561-DA9A-B61F0B9F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C3DB90-054B-E313-EFAD-96EE06CE8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DA75D9-C816-EE79-2E11-9A994D4C2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83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D93F5-3748-B4CE-C965-308E646D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5FEF0F-F2F6-B1E9-EDD9-B7696D78C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8E550C-B178-2C5D-5376-4CF2B6690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12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7462A-9451-609F-2ECB-7DCC20AC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AA1C98-773B-D0EE-9C34-B5088DF7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6962EFA-E868-BB91-7CC4-B98D0DA45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E6C58-C2B3-08B6-FBD8-8BB5AE6E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5716A3-351C-EE69-E929-20267D60A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5C3AFE-25B2-F360-7057-FB6078991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36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8599C-3653-A2E3-1083-1FA16572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47E3-28E4-82EC-C465-0FA69CD8F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8F4B34-0854-47A7-2B7C-186D2010E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71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5A16D-E8E7-002F-62EC-D8D59CD1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1B5C7F-08E7-46FF-95C2-65F31763B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E6D9EA-AAA9-ECC0-B0D0-D6FABFEEF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17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2B03A-FBA3-59BB-43C5-C79EEDBF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515E82-A432-12CE-5266-9BF23D372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C3BE9F-E7B5-68AD-1B7A-EF6460066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98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9EF30-0D32-6226-8658-C221BF29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91CF04-7D3B-D576-A225-332ABEF09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5D37E4-56A8-8B56-AFE8-0D6423253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CFBE2-E365-BBA3-58EC-6F3243CD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D8E7E-E0BF-AF1A-3705-723A31696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929041-BE14-8E7D-735D-D23276EB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30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EB115-F40F-BD1C-79F6-B720323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58C56-16B9-3FB5-B015-8C8765F0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6D314A-6BD9-4BE4-E8D4-3711BA9FC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15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BFFE3-FE5C-262E-962A-EC399A149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3A5771-C8C2-43FB-09DB-175A03C5D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53D5F9-5D3F-CFA3-CB93-6ABABD5DD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73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A27D2-A98C-650A-5BC2-80F5DEF6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6CEB21-0DCC-3752-E58E-58F94CD47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269234-2A5A-D24A-AFD7-763928E96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49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0018C-3297-5691-A387-6AE73FEC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E8F4E5-D72C-CF52-863D-2FD3DC46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</a:t>
            </a:r>
            <a:r>
              <a:rPr lang="pt-BR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Crie um aplicativo bloco de notas utilizando a classe </a:t>
            </a:r>
            <a:r>
              <a:rPr lang="pt-BR" dirty="0" err="1">
                <a:solidFill>
                  <a:schemeClr val="bg1"/>
                </a:solidFill>
              </a:rPr>
              <a:t>SharedPreferences</a:t>
            </a:r>
            <a:endParaRPr lang="pt-B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Utilize para o campo onde vai digitar os dados, as medidas </a:t>
            </a:r>
            <a:r>
              <a:rPr lang="pt-BR" dirty="0" err="1">
                <a:solidFill>
                  <a:schemeClr val="bg1"/>
                </a:solidFill>
              </a:rPr>
              <a:t>match_parent</a:t>
            </a:r>
            <a:r>
              <a:rPr lang="pt-BR" dirty="0">
                <a:solidFill>
                  <a:schemeClr val="bg1"/>
                </a:solidFill>
              </a:rPr>
              <a:t> para horizontal e vertical.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4552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DABC4460C9264A85DE5628563DD8B0" ma:contentTypeVersion="12" ma:contentTypeDescription="Create a new document." ma:contentTypeScope="" ma:versionID="90d6983b2ca848c35d20ef2ed5f07468">
  <xsd:schema xmlns:xsd="http://www.w3.org/2001/XMLSchema" xmlns:xs="http://www.w3.org/2001/XMLSchema" xmlns:p="http://schemas.microsoft.com/office/2006/metadata/properties" xmlns:ns3="53cbd320-5af6-45fd-b4d6-411411bcb9f6" xmlns:ns4="be99f806-f1aa-46f4-8cd0-6745c10f1c4b" targetNamespace="http://schemas.microsoft.com/office/2006/metadata/properties" ma:root="true" ma:fieldsID="a11da3c67c1165897434a1b2ac6dd771" ns3:_="" ns4:_="">
    <xsd:import namespace="53cbd320-5af6-45fd-b4d6-411411bcb9f6"/>
    <xsd:import namespace="be99f806-f1aa-46f4-8cd0-6745c10f1c4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cbd320-5af6-45fd-b4d6-411411bcb9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99f806-f1aa-46f4-8cd0-6745c10f1c4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ECDB56-A3FB-45E9-ABE3-9D89F0196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cbd320-5af6-45fd-b4d6-411411bcb9f6"/>
    <ds:schemaRef ds:uri="be99f806-f1aa-46f4-8cd0-6745c10f1c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2F6AAA-F07A-493C-ABAF-3E08109AF029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53cbd320-5af6-45fd-b4d6-411411bcb9f6"/>
    <ds:schemaRef ds:uri="http://purl.org/dc/terms/"/>
    <ds:schemaRef ds:uri="http://schemas.openxmlformats.org/package/2006/metadata/core-properties"/>
    <ds:schemaRef ds:uri="be99f806-f1aa-46f4-8cd0-6745c10f1c4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E35E1BC-8EAC-4F05-A945-D3210D5A10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10353</TotalTime>
  <Words>494</Words>
  <Application>Microsoft Office PowerPoint</Application>
  <PresentationFormat>Widescreen</PresentationFormat>
  <Paragraphs>49</Paragraphs>
  <Slides>29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do Office</vt:lpstr>
      <vt:lpstr>Gravar e ler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Login com acesso a outra tela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Gravar e ler dados</dc:title>
  <dc:creator>FABIO CLARET TRIGO DE OLIVEIRA</dc:creator>
  <cp:lastModifiedBy>FABIO CLARET TRIGO DE OLIVEIRA</cp:lastModifiedBy>
  <cp:revision>6</cp:revision>
  <dcterms:created xsi:type="dcterms:W3CDTF">2022-08-02T13:46:29Z</dcterms:created>
  <dcterms:modified xsi:type="dcterms:W3CDTF">2024-02-14T12:35:50Z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0x01010074DABC4460C9264A85DE5628563DD8B0</vt:lpwstr>
  </property>
</Properties>
</file>