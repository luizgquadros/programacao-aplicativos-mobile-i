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5" r:id="rId9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1A0FEA-FB7E-A514-1099-8DD54242B2A6}" v="3" dt="2026-08-08T02:16:38.4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HENRIQUE GOMES SILVA" userId="S::pedro.silva241@aluno.cps.sp.gov.br::8c39bf7e-b6a4-406a-ad5e-6fea83fe5453" providerId="AD" clId="Web-{5B1A0FEA-FB7E-A514-1099-8DD54242B2A6}"/>
    <pc:docChg chg="addSld delSld modSld">
      <pc:chgData name="PEDRO HENRIQUE GOMES SILVA" userId="S::pedro.silva241@aluno.cps.sp.gov.br::8c39bf7e-b6a4-406a-ad5e-6fea83fe5453" providerId="AD" clId="Web-{5B1A0FEA-FB7E-A514-1099-8DD54242B2A6}" dt="2026-08-08T02:16:38.394" v="2"/>
      <pc:docMkLst>
        <pc:docMk/>
      </pc:docMkLst>
      <pc:sldChg chg="modSp add del">
        <pc:chgData name="PEDRO HENRIQUE GOMES SILVA" userId="S::pedro.silva241@aluno.cps.sp.gov.br::8c39bf7e-b6a4-406a-ad5e-6fea83fe5453" providerId="AD" clId="Web-{5B1A0FEA-FB7E-A514-1099-8DD54242B2A6}" dt="2026-08-08T02:16:38.394" v="2"/>
        <pc:sldMkLst>
          <pc:docMk/>
          <pc:sldMk cId="1105488291" sldId="265"/>
        </pc:sldMkLst>
        <pc:picChg chg="mod">
          <ac:chgData name="PEDRO HENRIQUE GOMES SILVA" userId="S::pedro.silva241@aluno.cps.sp.gov.br::8c39bf7e-b6a4-406a-ad5e-6fea83fe5453" providerId="AD" clId="Web-{5B1A0FEA-FB7E-A514-1099-8DD54242B2A6}" dt="2026-08-08T02:15:17.219" v="0" actId="1076"/>
          <ac:picMkLst>
            <pc:docMk/>
            <pc:sldMk cId="1105488291" sldId="265"/>
            <ac:picMk id="6" creationId="{98959AB2-795B-58F4-4866-941FDD1B480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C7DE0C-5CCC-A97E-2357-F29FEEF0C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6055C38-7EB1-8B75-187F-89EB46015E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57340E-3294-5EE4-9B87-B86F3067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E58330-B1C7-638F-619F-E100BC72A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F12A5-2DB9-0CD9-648A-E6C7E2FB5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904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B769F9-BB11-41BE-5E9C-257A440C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9CCE6F-ED81-3382-03DD-EE580B7361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EDAB8E-6233-4923-598E-DEA037980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86768E-0345-D5D6-F6E3-CB6903EA0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B2C9E6-4B29-16E2-ACC6-6DDD5B08D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348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423ED7-2AB2-73CF-9248-29683619F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424E09A-8294-7838-309C-4B75B20B8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A1E496-46D7-5CA0-20D2-348565CD9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439D97-4DE0-8FDC-B24A-64F7482E9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E53CE9E-A761-F1D4-99B7-660EA4D73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949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535CF-F7BF-DCC8-C890-3D819EC4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3B03F-547B-CA7C-F277-90D9E999A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F39BA6D-542B-C789-F336-5413E6FA45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96E96AD-2616-CF55-5941-793E79F6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FF0555-27B3-F024-EB61-6DF8BD10F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E462B4-B0FB-2BBB-0661-7FA96184B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628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1534D6-D7EC-39C3-5995-156CD719B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5206017-F238-D820-B310-F80015290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39AF119-1112-CB48-1D4B-A5B96A4BF6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3E87370-6A5C-2C91-DDE9-A2F01C9FF9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31C58E-0B80-ECA5-C178-C9D96D77C4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56EF140-99FB-F995-431C-69E8AB49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F1A15E3-18A6-4424-52C4-B406B026E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B03D4D7-45B1-D0E1-608B-2FE51502A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096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DC4BC8-D089-BB52-2C86-1E64D7B9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9926865-7D48-49F0-F2C0-D275A5B14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1B73230-4BE7-ED87-E804-9832DFF53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5560B4F-CA35-8F8E-D320-31CE701BD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376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D6ED00F-08DE-3D38-236B-BADC6268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7EEC04-5AF6-7C5F-C148-E3FE32FED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EAD913C-9851-6898-0FAB-7B832EDD8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8108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B1ADE-C1B0-41AF-4E78-BC14B4346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F4964B-6F9C-1A16-1418-7DA28DEB5D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C17E43F-1DF7-E05B-450B-0F5047947C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977ED75-CB0A-B7C3-4ADF-5CD7D5735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141710-D609-1ECE-221C-0B5B7FC9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94EECF-A8B3-E8D7-BD88-A11CB0F1C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036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92F8DC-240B-87F3-2494-1DD43D398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65015A1-D801-7867-8B4D-6ECB25C77FC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0D83A0-3288-08D9-EF81-DAD7824AB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C64382-E4B8-ED26-76D8-8700AE498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CAEB69-531E-769D-0461-AE2857AD3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1F1332-0091-7673-C247-8534D57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285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25B9D-9A4A-1A25-A25C-6CDA48FA9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F2C6B9E-E4E2-1E0B-FA24-8AACE37BB3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EEFA8F9-F0D3-A4FA-1327-5A2A19673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669AED-E12E-51A2-464B-2FFA1E2DF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8239AB-8FAD-BF75-C34C-953F52E14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572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38CB799-0C2C-A59E-659A-2125E84E0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EE65CCE-D920-754E-D122-9AE145431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9360D-26BD-3721-C67A-6FD1C679D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B3D30EB-B418-2A68-1986-E59455D3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37B3CD0-0209-7D62-0D69-D7B07CBE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68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  <a:lumOff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DB5E51C-D051-9A43-A254-C52CBA77CC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B30BFB-0883-F281-B1D0-651A6B6321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C4D4BC4-285B-2C19-0904-8FA84F21B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0FA47D-0691-43EB-A797-4DC291769473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B80513-36F2-A485-D70F-9D03C5CB5B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B47192-47DC-49AC-A053-F8796485E7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0178A-F4FF-4E17-9734-EBE369B084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4125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41A809-DCB4-A4F7-8D13-FDDB7A9A93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Login com </a:t>
            </a:r>
            <a:r>
              <a:rPr lang="pt-BR" dirty="0" err="1"/>
              <a:t>Shared</a:t>
            </a:r>
            <a:r>
              <a:rPr lang="pt-BR" dirty="0"/>
              <a:t> PAMI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3D2554D-9B75-B181-2EA4-B2E74A3AD9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err="1"/>
              <a:t>Etim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3483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87261-E0CE-8D3D-ED7F-AD5D87C35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7E1B26-68F1-56DF-E533-A869001FD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0A749E-5019-FF15-A3AA-2D5D035967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264521E1-2530-7512-0458-A82C69FC8753}"/>
              </a:ext>
            </a:extLst>
          </p:cNvPr>
          <p:cNvSpPr txBox="1"/>
          <p:nvPr/>
        </p:nvSpPr>
        <p:spPr>
          <a:xfrm>
            <a:off x="8296276" y="2343150"/>
            <a:ext cx="2228850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 err="1"/>
              <a:t>Activity-main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973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A4BD55-F5AA-E82B-9F43-B5F58427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4C88CA-D907-DD2B-2159-B0B9E4A972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137939D-9175-25C2-35A9-D445E30C6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047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76173-E9B9-C949-5AA1-EADF1BC8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6F3BBC-CDC8-65A9-80B9-CE5D7AE15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84F147-01A9-2BB7-F0E8-15792AC140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408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76173-E9B9-C949-5AA1-EADF1BC863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C6F3BBC-CDC8-65A9-80B9-CE5D7AE15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8959AB2-795B-58F4-4866-941FDD1B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026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488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73D2D-94E6-629E-16D7-D3595903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B21470E-1E19-7CF8-13B1-E40736E760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265494-571A-6808-50AD-57761E41F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0668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4F3A4D-4CA7-10C4-F805-E2F8987DC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F5D005-9B61-AB0E-B8B9-28CFE286E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664489-3212-8708-7E35-4D7425862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109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C5B30-A789-B6B6-DFFF-7F6E35F5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1CE39E-DEA9-8A0C-9752-A58D2BE1BA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548CA8B-EB74-8E39-1B28-9F7C0E21C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708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4CAB5-6ED5-0F90-1240-E93CDD060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6A9FC6-422E-CFC4-E151-6A7E683366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41C9423-D2BB-DC5F-E56C-EA56A310B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312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4FB316-45FE-CE31-3CD2-D2C2954B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F4244E-ADC1-2F42-2C80-CC95A064A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660EE27-17AA-54E6-2226-969DF392A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3E1A30EC-70EA-16F5-2D2D-05C1A851E4C6}"/>
              </a:ext>
            </a:extLst>
          </p:cNvPr>
          <p:cNvSpPr txBox="1"/>
          <p:nvPr/>
        </p:nvSpPr>
        <p:spPr>
          <a:xfrm>
            <a:off x="10401300" y="3244334"/>
            <a:ext cx="914400" cy="369332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dirty="0"/>
              <a:t>Borda</a:t>
            </a:r>
          </a:p>
        </p:txBody>
      </p:sp>
    </p:spTree>
    <p:extLst>
      <p:ext uri="{BB962C8B-B14F-4D97-AF65-F5344CB8AC3E}">
        <p14:creationId xmlns:p14="http://schemas.microsoft.com/office/powerpoint/2010/main" val="339703586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FF76EB13BB3B247B642851051DC5816" ma:contentTypeVersion="3" ma:contentTypeDescription="Crie um novo documento." ma:contentTypeScope="" ma:versionID="28f51dc56fd55dad33c2b0de77b57397">
  <xsd:schema xmlns:xsd="http://www.w3.org/2001/XMLSchema" xmlns:xs="http://www.w3.org/2001/XMLSchema" xmlns:p="http://schemas.microsoft.com/office/2006/metadata/properties" xmlns:ns2="25ca337e-fde2-45c2-a2e3-2decbb288067" targetNamespace="http://schemas.microsoft.com/office/2006/metadata/properties" ma:root="true" ma:fieldsID="0b0bd9f6c92ffab96541963daf89be4d" ns2:_="">
    <xsd:import namespace="25ca337e-fde2-45c2-a2e3-2decbb2880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ca337e-fde2-45c2-a2e3-2decbb28806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B2BE522-67AB-4534-877D-3764683248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4BCB24A-D457-412B-8965-041509E9F0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ca337e-fde2-45c2-a2e3-2decbb2880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A0FBDF-9895-4424-82B5-E62C3B661AC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</Words>
  <Application>Microsoft Office PowerPoint</Application>
  <PresentationFormat>Widescreen</PresentationFormat>
  <Paragraphs>4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Tema do Office</vt:lpstr>
      <vt:lpstr>Login com Shared PAMI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Centro Paula Souza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Claret</dc:creator>
  <cp:lastModifiedBy>Fabio Claret</cp:lastModifiedBy>
  <cp:revision>6</cp:revision>
  <dcterms:created xsi:type="dcterms:W3CDTF">2026-08-04T17:41:22Z</dcterms:created>
  <dcterms:modified xsi:type="dcterms:W3CDTF">2026-08-08T02:29:05Z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0x010100CFF76EB13BB3B247B642851051DC5816</vt:lpwstr>
  </property>
</Properties>
</file>