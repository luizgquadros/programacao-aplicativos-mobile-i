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92000" cy="6858000"/>
  <p:notesSz cx="6858000" cy="9144000"/>
  <p:embeddedFontLst>
    <p:embeddedFont>
      <p:font typeface="Play" panose="020B0604020202020204" charset="0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SNMZy14uP5hDwkZfiLZHufWXQ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customschemas.google.com/relationships/presentationmetadata" Target="meta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5052624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5052624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pt-BR">
                <a:solidFill>
                  <a:schemeClr val="lt1"/>
                </a:solidFill>
              </a:rPr>
              <a:t>Login com SharedPreferences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91" name="Google Shape;91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9113520" y="1810385"/>
            <a:ext cx="2240400" cy="2031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Passo, vamos criar um layout para receber o login.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Podemos usar o </a:t>
            </a:r>
            <a:r>
              <a:rPr lang="pt-BR" sz="1800" err="1">
                <a:solidFill>
                  <a:schemeClr val="dk1"/>
                </a:solidFill>
              </a:rPr>
              <a:t>constraintLayout</a:t>
            </a:r>
            <a:r>
              <a:rPr lang="pt-BR" sz="1800">
                <a:solidFill>
                  <a:schemeClr val="dk1"/>
                </a:solidFill>
              </a:rPr>
              <a:t> ou o </a:t>
            </a:r>
            <a:r>
              <a:rPr lang="pt-BR" sz="1800" err="1">
                <a:solidFill>
                  <a:schemeClr val="dk1"/>
                </a:solidFill>
              </a:rPr>
              <a:t>LinearLayout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505262422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4505262422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C9C5A49E-97D5-BF5B-CCA4-15918E2C0CE1}"/>
              </a:ext>
            </a:extLst>
          </p:cNvPr>
          <p:cNvSpPr txBox="1"/>
          <p:nvPr/>
        </p:nvSpPr>
        <p:spPr>
          <a:xfrm>
            <a:off x="7972425" y="1053375"/>
            <a:ext cx="3714750" cy="48012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Uma classe tem </a:t>
            </a:r>
            <a:r>
              <a:rPr lang="pt-BR" sz="1800" err="1">
                <a:solidFill>
                  <a:schemeClr val="dk1"/>
                </a:solidFill>
              </a:rPr>
              <a:t>atrigutos</a:t>
            </a:r>
            <a:r>
              <a:rPr lang="pt-BR" sz="1800">
                <a:solidFill>
                  <a:schemeClr val="dk1"/>
                </a:solidFill>
              </a:rPr>
              <a:t> e métodos.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Uma classe usuário pode ser descrita nesse modelo.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Atributos são as características do usuário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chemeClr val="dk1"/>
                </a:solidFill>
              </a:rPr>
              <a:t>Metodos</a:t>
            </a:r>
            <a:r>
              <a:rPr lang="pt-BR" sz="1800">
                <a:solidFill>
                  <a:schemeClr val="dk1"/>
                </a:solidFill>
              </a:rPr>
              <a:t> são as </a:t>
            </a:r>
            <a:r>
              <a:rPr lang="pt-BR" sz="1800" err="1">
                <a:solidFill>
                  <a:schemeClr val="dk1"/>
                </a:solidFill>
              </a:rPr>
              <a:t>acoes</a:t>
            </a:r>
            <a:r>
              <a:rPr lang="pt-BR" sz="1800">
                <a:solidFill>
                  <a:schemeClr val="dk1"/>
                </a:solidFill>
              </a:rPr>
              <a:t> do usuário.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Aqui os atributos são declarados </a:t>
            </a:r>
            <a:r>
              <a:rPr lang="pt-BR" sz="1800" err="1">
                <a:solidFill>
                  <a:schemeClr val="dk1"/>
                </a:solidFill>
              </a:rPr>
              <a:t>private</a:t>
            </a:r>
            <a:r>
              <a:rPr lang="pt-BR" sz="1800">
                <a:solidFill>
                  <a:schemeClr val="dk1"/>
                </a:solidFill>
              </a:rPr>
              <a:t> e os métodos </a:t>
            </a:r>
            <a:r>
              <a:rPr lang="pt-BR" sz="1800" err="1">
                <a:solidFill>
                  <a:schemeClr val="dk1"/>
                </a:solidFill>
              </a:rPr>
              <a:t>public</a:t>
            </a:r>
            <a:r>
              <a:rPr lang="pt-BR" sz="1800">
                <a:solidFill>
                  <a:schemeClr val="dk1"/>
                </a:solidFill>
              </a:rPr>
              <a:t> para serem acessados qualquer arquivo.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método </a:t>
            </a:r>
            <a:r>
              <a:rPr lang="pt-BR" sz="1800" err="1">
                <a:solidFill>
                  <a:schemeClr val="dk1"/>
                </a:solidFill>
              </a:rPr>
              <a:t>get</a:t>
            </a:r>
            <a:r>
              <a:rPr lang="pt-BR" sz="1800">
                <a:solidFill>
                  <a:schemeClr val="dk1"/>
                </a:solidFill>
              </a:rPr>
              <a:t> retorna o valor de um atributo, por isso sempre tem o tipo do atributo que vai retornar.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método set recebe um parâmetro e grava esse parâmetro no atributo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" name="Imagem 9" descr="Tabela&#10;&#10;O conteúdo gerado por IA pode estar incorreto.">
            <a:extLst>
              <a:ext uri="{FF2B5EF4-FFF2-40B4-BE49-F238E27FC236}">
                <a16:creationId xmlns:a16="http://schemas.microsoft.com/office/drawing/2014/main" id="{5E2F2B4A-83DB-57D3-E930-7F6C3106F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1259588"/>
            <a:ext cx="4338824" cy="4338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9027674" y="1166862"/>
            <a:ext cx="2588063" cy="45242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Temos que criar o vinculo entre o layout e o </a:t>
            </a:r>
            <a:r>
              <a:rPr lang="pt-BR" sz="1800" err="1">
                <a:solidFill>
                  <a:schemeClr val="dk1"/>
                </a:solidFill>
              </a:rPr>
              <a:t>código.Para</a:t>
            </a:r>
            <a:r>
              <a:rPr lang="pt-BR" sz="1800">
                <a:solidFill>
                  <a:schemeClr val="dk1"/>
                </a:solidFill>
              </a:rPr>
              <a:t> isso tem dois métodos: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1 -  abrir o arquivo </a:t>
            </a:r>
            <a:r>
              <a:rPr lang="pt-BR" sz="1800" err="1">
                <a:solidFill>
                  <a:schemeClr val="dk1"/>
                </a:solidFill>
              </a:rPr>
              <a:t>gradle.app</a:t>
            </a:r>
            <a:r>
              <a:rPr lang="pt-BR" sz="1800">
                <a:solidFill>
                  <a:schemeClr val="dk1"/>
                </a:solidFill>
              </a:rPr>
              <a:t> e dentro da </a:t>
            </a:r>
            <a:r>
              <a:rPr lang="pt-BR" sz="1800" err="1">
                <a:solidFill>
                  <a:schemeClr val="dk1"/>
                </a:solidFill>
              </a:rPr>
              <a:t>tag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android</a:t>
            </a:r>
            <a:r>
              <a:rPr lang="pt-BR" sz="1800">
                <a:solidFill>
                  <a:schemeClr val="dk1"/>
                </a:solidFill>
              </a:rPr>
              <a:t> colocar os comandos do </a:t>
            </a:r>
            <a:r>
              <a:rPr lang="pt-BR" sz="1800" err="1">
                <a:solidFill>
                  <a:schemeClr val="dk1"/>
                </a:solidFill>
              </a:rPr>
              <a:t>buildFeatures</a:t>
            </a:r>
            <a:r>
              <a:rPr lang="pt-BR" sz="1800">
                <a:solidFill>
                  <a:schemeClr val="dk1"/>
                </a:solidFill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Isso cria uma classe com todos os elementos da tela.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2 -  criar o vinculo elemento por elemento que é o que vamos usar.</a:t>
            </a:r>
            <a:endParaRPr/>
          </a:p>
        </p:txBody>
      </p:sp>
      <p:pic>
        <p:nvPicPr>
          <p:cNvPr id="106" name="Google Shape;106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9113525" y="1810371"/>
            <a:ext cx="2240400" cy="2031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MainActivity, vamos declarar um botão e os EditText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Vou aproveitar e declarar também um usuario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9113520" y="751364"/>
            <a:ext cx="2240280" cy="53552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o método </a:t>
            </a:r>
            <a:r>
              <a:rPr lang="pt-BR" sz="180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findViewById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ligar o layout ao código, instanciar um usuário e  pegar os dados do formulário e salvar no objeto usuário.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usar esse método, declaramos as classes dos elementos e ligamos essas classes aos elementos do layout pelo método </a:t>
            </a:r>
            <a:r>
              <a:rPr lang="pt-BR" sz="180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findViewById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testar, vamos criar um toast com os dados aqui, depois limpar os campos.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 aqui a gente já sabe. Vamos agora salvar esses dados em um arquivo temporário SharedPreferences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9113520" y="1810385"/>
            <a:ext cx="224028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isso, a primeira coisa que vou fazer aqui em cima é declarar um SharedPreferences.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é responsável por criar um arquivo dentro da pasta do sistema.</a:t>
            </a:r>
            <a:endParaRPr/>
          </a:p>
        </p:txBody>
      </p:sp>
      <p:pic>
        <p:nvPicPr>
          <p:cNvPr id="134" name="Google Shape;134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pasta do sistema é onde o aplicativo sera armazenado. Para saber onde esta essa pasta, vamos em gradle, e pegamos o applicationId; La ele mostra o local do aplicativo.</a:t>
            </a:r>
            <a:endParaRPr/>
          </a:p>
        </p:txBody>
      </p:sp>
      <p:pic>
        <p:nvPicPr>
          <p:cNvPr id="141" name="Google Shape;141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9113520" y="1810385"/>
            <a:ext cx="2240280" cy="14773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aparecer o icone do device explorer, va para view, tools Windows e device explorer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9113520" y="1810385"/>
            <a:ext cx="2240280" cy="2031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device, abrimos a pasta data, depois data denovo e navegamos ate aquela pasta que vimos no gradle.</a:t>
            </a:r>
            <a:endParaRPr/>
          </a:p>
        </p:txBody>
      </p:sp>
      <p:pic>
        <p:nvPicPr>
          <p:cNvPr id="155" name="Google Shape;155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9113520" y="1810385"/>
            <a:ext cx="2240280" cy="2031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vai precisar nomear o arquivo então vamos criar aqui uma variável constante do tipo static para colocar o nome dentro dela.</a:t>
            </a:r>
            <a:endParaRPr/>
          </a:p>
        </p:txBody>
      </p:sp>
      <p:pic>
        <p:nvPicPr>
          <p:cNvPr id="162" name="Google Shape;162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9113520" y="1253331"/>
            <a:ext cx="2240280" cy="42472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sz="1800">
                <a:solidFill>
                  <a:schemeClr val="dk1"/>
                </a:solidFill>
              </a:rPr>
              <a:t>Depois vamos usar o método </a:t>
            </a:r>
            <a:r>
              <a:rPr lang="pt-BR" sz="1800" err="1">
                <a:solidFill>
                  <a:schemeClr val="dk1"/>
                </a:solidFill>
              </a:rPr>
              <a:t>getSharedPreferences</a:t>
            </a:r>
            <a:r>
              <a:rPr lang="pt-BR" sz="1800">
                <a:solidFill>
                  <a:schemeClr val="dk1"/>
                </a:solidFill>
              </a:rPr>
              <a:t> passando o nome e o modo. </a:t>
            </a:r>
            <a:r>
              <a:rPr lang="pt-BR" sz="1800" err="1">
                <a:solidFill>
                  <a:schemeClr val="dk1"/>
                </a:solidFill>
              </a:rPr>
              <a:t>Mode</a:t>
            </a:r>
            <a:r>
              <a:rPr lang="pt-BR" sz="1800">
                <a:solidFill>
                  <a:schemeClr val="dk1"/>
                </a:solidFill>
              </a:rPr>
              <a:t> 0 significa que </a:t>
            </a:r>
            <a:r>
              <a:rPr lang="pt-BR" sz="1800" err="1">
                <a:solidFill>
                  <a:schemeClr val="dk1"/>
                </a:solidFill>
              </a:rPr>
              <a:t>so</a:t>
            </a:r>
            <a:r>
              <a:rPr lang="pt-BR" sz="1800">
                <a:solidFill>
                  <a:schemeClr val="dk1"/>
                </a:solidFill>
              </a:rPr>
              <a:t> você que esta logado tem acesso aos dados</a:t>
            </a:r>
            <a:endParaRPr lang="pt-BR" sz="1800"/>
          </a:p>
          <a:p>
            <a:pPr lvl="0"/>
            <a:r>
              <a:rPr lang="pt-BR" sz="1800">
                <a:solidFill>
                  <a:schemeClr val="dk1"/>
                </a:solidFill>
              </a:rPr>
              <a:t>Depois criamos um Editor que eu chamei de </a:t>
            </a:r>
            <a:r>
              <a:rPr lang="pt-BR" sz="1800" err="1">
                <a:solidFill>
                  <a:schemeClr val="dk1"/>
                </a:solidFill>
              </a:rPr>
              <a:t>dadosLogin</a:t>
            </a:r>
            <a:r>
              <a:rPr lang="pt-BR" sz="1800">
                <a:solidFill>
                  <a:schemeClr val="dk1"/>
                </a:solidFill>
              </a:rPr>
              <a:t>. </a:t>
            </a:r>
            <a:r>
              <a:rPr lang="pt-BR" sz="1800" err="1">
                <a:solidFill>
                  <a:schemeClr val="dk1"/>
                </a:solidFill>
              </a:rPr>
              <a:t>Sera</a:t>
            </a:r>
            <a:r>
              <a:rPr lang="pt-BR" sz="1800">
                <a:solidFill>
                  <a:schemeClr val="dk1"/>
                </a:solidFill>
              </a:rPr>
              <a:t> nele que iremos colocar os dados.</a:t>
            </a:r>
            <a:endParaRPr lang="pt-BR" sz="1800"/>
          </a:p>
        </p:txBody>
      </p:sp>
      <p:pic>
        <p:nvPicPr>
          <p:cNvPr id="169" name="Google Shape;169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Finalmente salvamos os dados dentro do objeto dadosLogin, colocando uma chave e um valor.</a:t>
            </a:r>
            <a:endParaRPr/>
          </a:p>
        </p:txBody>
      </p:sp>
      <p:pic>
        <p:nvPicPr>
          <p:cNvPr id="176" name="Google Shape;176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9113520" y="1810385"/>
            <a:ext cx="2240280" cy="923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 já temos os dados cadastrados.</a:t>
            </a:r>
            <a:endParaRPr/>
          </a:p>
        </p:txBody>
      </p:sp>
      <p:pic>
        <p:nvPicPr>
          <p:cNvPr id="183" name="Google Shape;183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Otimizar o app: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Criei um método initComponents para inicializar e no onCreate eu apenas chamo ele</a:t>
            </a:r>
            <a:endParaRPr/>
          </a:p>
        </p:txBody>
      </p:sp>
      <p:pic>
        <p:nvPicPr>
          <p:cNvPr id="190" name="Google Shape;190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113520" y="1810385"/>
            <a:ext cx="224028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Tornar o dadosLogin publico, então eu vou declarar ele la em cima</a:t>
            </a:r>
            <a:endParaRPr/>
          </a:p>
        </p:txBody>
      </p:sp>
      <p:pic>
        <p:nvPicPr>
          <p:cNvPr id="197" name="Google Shape;197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eu já declarei ele la em cima, agora basta usar aqui chamando o método edit do preferences.</a:t>
            </a:r>
            <a:endParaRPr/>
          </a:p>
        </p:txBody>
      </p:sp>
      <p:pic>
        <p:nvPicPr>
          <p:cNvPr id="204" name="Google Shape;204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9113520" y="1810385"/>
            <a:ext cx="2240280" cy="39703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detalhe importante, eh que esse método para gravar os dados, esta dentro do botão criar, e ainda assim antes eu checo pra ver se o checkbox para lembrar credenciais esta ligado. Se estiver clicado, a gente vai persistir os dados no sharedpreferences,</a:t>
            </a:r>
            <a:endParaRPr/>
          </a:p>
        </p:txBody>
      </p:sp>
      <p:pic>
        <p:nvPicPr>
          <p:cNvPr id="211" name="Google Shape;211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113520" y="1810385"/>
            <a:ext cx="2240280" cy="3416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vamos fazer o seguinte: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usuário clicar no botão criar, a gente vai checar se ele clicou em Lembrar minhas Credenciais.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ele clicou, a gente vai salvar os dados do usuário no SharedPreferences.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26"/>
            <a:ext cx="77394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também que criar um método para checar se tem algum dado gravado la no SharedPreferences.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tiver é porque em algum momento o usuario clicou pra guardar as credenciais.</a:t>
            </a:r>
            <a:endParaRPr/>
          </a:p>
        </p:txBody>
      </p:sp>
      <p:pic>
        <p:nvPicPr>
          <p:cNvPr id="225" name="Google Shape;225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método are o arquivo preferencias, e pega o que tiver dentro dele. Se tiver algo gravado, ele vai retornar verdadeiro e ai vai mudar de tela sem passar pelo login.</a:t>
            </a:r>
            <a:endParaRPr/>
          </a:p>
        </p:txBody>
      </p:sp>
      <p:pic>
        <p:nvPicPr>
          <p:cNvPr id="232" name="Google Shape;232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usuario clicar no botão limpar, além de limpar o formulário, vai limpar o arquivo de preferences, então no próximo login o usuario terá que gravar novamente os dados.</a:t>
            </a:r>
            <a:endParaRPr/>
          </a:p>
        </p:txBody>
      </p:sp>
      <p:pic>
        <p:nvPicPr>
          <p:cNvPr id="239" name="Google Shape;239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2415540" y="2136338"/>
            <a:ext cx="736092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vimos a gente pode criar um sistema de login com login automático.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nada impede de o usuario clicar em criar e não digitar nenhum dado.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Entao temos que criar um método que valide se o usuario digitou todos os dados antes de clicar no botão.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é o desafio, criar um método de validação de dados que impeca o usuario de clicar no botão sem ter digitado todos os dados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311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4206240" y="2560320"/>
            <a:ext cx="3779520" cy="17373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Fabio Claret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Cleiton Silva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0" name="Google Shape;300;p31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7" name="Google Shape;307;p32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1" name="Google Shape;321;p34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8" name="Google Shape;328;p35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5" name="Google Shape;335;p36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42" name="Google Shape;342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F76EB13BB3B247B642851051DC5816" ma:contentTypeVersion="3" ma:contentTypeDescription="Crie um novo documento." ma:contentTypeScope="" ma:versionID="28f51dc56fd55dad33c2b0de77b57397">
  <xsd:schema xmlns:xsd="http://www.w3.org/2001/XMLSchema" xmlns:xs="http://www.w3.org/2001/XMLSchema" xmlns:p="http://schemas.microsoft.com/office/2006/metadata/properties" xmlns:ns2="25ca337e-fde2-45c2-a2e3-2decbb288067" targetNamespace="http://schemas.microsoft.com/office/2006/metadata/properties" ma:root="true" ma:fieldsID="0b0bd9f6c92ffab96541963daf89be4d" ns2:_="">
    <xsd:import namespace="25ca337e-fde2-45c2-a2e3-2decbb2880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a337e-fde2-45c2-a2e3-2decbb2880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5397AB-5FD9-44E4-B5B2-C08DA4D895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E7A36A-1F5B-44BF-B834-312583E7A84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DD4C5A4-1C2F-4C1D-A00C-4695BC6FA209}">
  <ds:schemaRefs>
    <ds:schemaRef ds:uri="25ca337e-fde2-45c2-a2e3-2decbb2880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38</Slides>
  <Notes>38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Tema do Office</vt:lpstr>
      <vt:lpstr>Login com SharedPreferences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Claret Trigo de Oliveira</dc:creator>
  <cp:revision>1</cp:revision>
  <dcterms:created xsi:type="dcterms:W3CDTF">2025-04-21T14:44:32Z</dcterms:created>
  <dcterms:modified xsi:type="dcterms:W3CDTF">2026-08-04T18:53:56Z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0x010100CFF76EB13BB3B247B642851051DC5816</vt:lpwstr>
  </property>
</Properties>
</file>