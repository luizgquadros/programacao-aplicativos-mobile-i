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786D92-4B23-EF64-7A89-9395082EF728}" v="1" dt="2026-08-04T19:04:39.195"/>
    <p1510:client id="{27995DB6-ADDB-531F-BF57-AB04A8A4396F}" v="1" dt="2026-08-04T19:01:01.960"/>
    <p1510:client id="{2E05A468-0152-C8F0-1649-92D4EE31FC3D}" v="2" dt="2026-08-04T19:12:09.156"/>
    <p1510:client id="{4B53ABB9-101D-50A7-FFC5-C1C016D6D883}" v="4" dt="2026-08-04T19:14:09.586"/>
    <p1510:client id="{AB2BA1A5-3E15-CC4D-F8DA-7A8DCC6D240C}" v="1" dt="2026-08-04T18:15:42.385"/>
    <p1510:client id="{C36177A6-7F51-9010-099D-1A2C2C9355AA}" v="2" dt="2026-08-04T19:24:35.098"/>
    <p1510:client id="{CF2F766B-BA51-CDC2-1109-9CE7D3167D9A}" v="3" dt="2026-08-04T19:11:01.5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CLAUDIO ALVES DE MIRANDA" userId="S::luis.miranda@cps.sp.gov.br::6be2ffa4-e393-406b-8f28-076553c6abb1" providerId="AD" clId="Web-{AB2BA1A5-3E15-CC4D-F8DA-7A8DCC6D240C}"/>
    <pc:docChg chg="modSld">
      <pc:chgData name="LUIS CLAUDIO ALVES DE MIRANDA" userId="S::luis.miranda@cps.sp.gov.br::6be2ffa4-e393-406b-8f28-076553c6abb1" providerId="AD" clId="Web-{AB2BA1A5-3E15-CC4D-F8DA-7A8DCC6D240C}" dt="2026-08-04T18:15:42.385" v="0" actId="1076"/>
      <pc:docMkLst>
        <pc:docMk/>
      </pc:docMkLst>
      <pc:sldChg chg="modSp">
        <pc:chgData name="LUIS CLAUDIO ALVES DE MIRANDA" userId="S::luis.miranda@cps.sp.gov.br::6be2ffa4-e393-406b-8f28-076553c6abb1" providerId="AD" clId="Web-{AB2BA1A5-3E15-CC4D-F8DA-7A8DCC6D240C}" dt="2026-08-04T18:15:42.385" v="0" actId="1076"/>
        <pc:sldMkLst>
          <pc:docMk/>
          <pc:sldMk cId="3271047682" sldId="258"/>
        </pc:sldMkLst>
        <pc:picChg chg="mod">
          <ac:chgData name="LUIS CLAUDIO ALVES DE MIRANDA" userId="S::luis.miranda@cps.sp.gov.br::6be2ffa4-e393-406b-8f28-076553c6abb1" providerId="AD" clId="Web-{AB2BA1A5-3E15-CC4D-F8DA-7A8DCC6D240C}" dt="2026-08-04T18:15:42.385" v="0" actId="1076"/>
          <ac:picMkLst>
            <pc:docMk/>
            <pc:sldMk cId="3271047682" sldId="258"/>
            <ac:picMk id="5" creationId="{D137939D-9175-25C2-35A9-D445E30C6305}"/>
          </ac:picMkLst>
        </pc:picChg>
      </pc:sldChg>
    </pc:docChg>
  </pc:docChgLst>
  <pc:docChgLst>
    <pc:chgData name="GUSTAVO TAVARES SILVA" userId="S::gustavo.silva212@aluno.cps.sp.gov.br::ad81973e-034e-497a-8f56-92d37bc28b31" providerId="AD" clId="Web-{20786D92-4B23-EF64-7A89-9395082EF728}"/>
    <pc:docChg chg="delSld">
      <pc:chgData name="GUSTAVO TAVARES SILVA" userId="S::gustavo.silva212@aluno.cps.sp.gov.br::ad81973e-034e-497a-8f56-92d37bc28b31" providerId="AD" clId="Web-{20786D92-4B23-EF64-7A89-9395082EF728}" dt="2026-08-04T19:04:39.195" v="0"/>
      <pc:docMkLst>
        <pc:docMk/>
      </pc:docMkLst>
      <pc:sldChg chg="del">
        <pc:chgData name="GUSTAVO TAVARES SILVA" userId="S::gustavo.silva212@aluno.cps.sp.gov.br::ad81973e-034e-497a-8f56-92d37bc28b31" providerId="AD" clId="Web-{20786D92-4B23-EF64-7A89-9395082EF728}" dt="2026-08-04T19:04:39.195" v="0"/>
        <pc:sldMkLst>
          <pc:docMk/>
          <pc:sldMk cId="3569066808" sldId="260"/>
        </pc:sldMkLst>
      </pc:sldChg>
    </pc:docChg>
  </pc:docChgLst>
  <pc:docChgLst>
    <pc:chgData name="GUSTAVO LOPES ABREU" userId="S::gustavo.abreu4@aluno.cps.sp.gov.br::f88e6b28-56f4-441d-bf2f-1b78b2b67738" providerId="AD" clId="Web-{2E05A468-0152-C8F0-1649-92D4EE31FC3D}"/>
    <pc:docChg chg="modSld">
      <pc:chgData name="GUSTAVO LOPES ABREU" userId="S::gustavo.abreu4@aluno.cps.sp.gov.br::f88e6b28-56f4-441d-bf2f-1b78b2b67738" providerId="AD" clId="Web-{2E05A468-0152-C8F0-1649-92D4EE31FC3D}" dt="2026-08-04T19:12:09.156" v="1" actId="1076"/>
      <pc:docMkLst>
        <pc:docMk/>
      </pc:docMkLst>
      <pc:sldChg chg="modSp">
        <pc:chgData name="GUSTAVO LOPES ABREU" userId="S::gustavo.abreu4@aluno.cps.sp.gov.br::f88e6b28-56f4-441d-bf2f-1b78b2b67738" providerId="AD" clId="Web-{2E05A468-0152-C8F0-1649-92D4EE31FC3D}" dt="2026-08-04T19:12:09.156" v="1" actId="1076"/>
        <pc:sldMkLst>
          <pc:docMk/>
          <pc:sldMk cId="1019732091" sldId="257"/>
        </pc:sldMkLst>
        <pc:spChg chg="mod">
          <ac:chgData name="GUSTAVO LOPES ABREU" userId="S::gustavo.abreu4@aluno.cps.sp.gov.br::f88e6b28-56f4-441d-bf2f-1b78b2b67738" providerId="AD" clId="Web-{2E05A468-0152-C8F0-1649-92D4EE31FC3D}" dt="2026-08-04T19:12:09.156" v="1" actId="1076"/>
          <ac:spMkLst>
            <pc:docMk/>
            <pc:sldMk cId="1019732091" sldId="257"/>
            <ac:spMk id="6" creationId="{264521E1-2530-7512-0458-A82C69FC8753}"/>
          </ac:spMkLst>
        </pc:spChg>
      </pc:sldChg>
    </pc:docChg>
  </pc:docChgLst>
  <pc:docChgLst>
    <pc:chgData name="JULLIA ALMEIDA DE SOUSA" userId="S::jullia.sousa@aluno.cps.sp.gov.br::c23177b6-ee7d-4bcd-a6e9-7695ed1feaec" providerId="AD" clId="Web-{C36177A6-7F51-9010-099D-1A2C2C9355AA}"/>
    <pc:docChg chg="modSld">
      <pc:chgData name="JULLIA ALMEIDA DE SOUSA" userId="S::jullia.sousa@aluno.cps.sp.gov.br::c23177b6-ee7d-4bcd-a6e9-7695ed1feaec" providerId="AD" clId="Web-{C36177A6-7F51-9010-099D-1A2C2C9355AA}" dt="2026-08-04T19:24:35.098" v="1" actId="1076"/>
      <pc:docMkLst>
        <pc:docMk/>
      </pc:docMkLst>
      <pc:sldChg chg="modSp">
        <pc:chgData name="JULLIA ALMEIDA DE SOUSA" userId="S::jullia.sousa@aluno.cps.sp.gov.br::c23177b6-ee7d-4bcd-a6e9-7695ed1feaec" providerId="AD" clId="Web-{C36177A6-7F51-9010-099D-1A2C2C9355AA}" dt="2026-08-04T19:24:35.098" v="1" actId="1076"/>
        <pc:sldMkLst>
          <pc:docMk/>
          <pc:sldMk cId="1019732091" sldId="257"/>
        </pc:sldMkLst>
        <pc:picChg chg="mod">
          <ac:chgData name="JULLIA ALMEIDA DE SOUSA" userId="S::jullia.sousa@aluno.cps.sp.gov.br::c23177b6-ee7d-4bcd-a6e9-7695ed1feaec" providerId="AD" clId="Web-{C36177A6-7F51-9010-099D-1A2C2C9355AA}" dt="2026-08-04T19:24:35.098" v="1" actId="1076"/>
          <ac:picMkLst>
            <pc:docMk/>
            <pc:sldMk cId="1019732091" sldId="257"/>
            <ac:picMk id="5" creationId="{6E0A749E-5019-FF15-A3AA-2D5D03596707}"/>
          </ac:picMkLst>
        </pc:picChg>
      </pc:sldChg>
    </pc:docChg>
  </pc:docChgLst>
  <pc:docChgLst>
    <pc:chgData name="ANDERSON MELO DO NASCIMENTO" userId="S::anderson.nascimento6@aluno.cps.sp.gov.br::30cfa35b-9259-45de-b3cb-8a5cc73c4716" providerId="AD" clId="Web-{4B53ABB9-101D-50A7-FFC5-C1C016D6D883}"/>
    <pc:docChg chg="modSld">
      <pc:chgData name="ANDERSON MELO DO NASCIMENTO" userId="S::anderson.nascimento6@aluno.cps.sp.gov.br::30cfa35b-9259-45de-b3cb-8a5cc73c4716" providerId="AD" clId="Web-{4B53ABB9-101D-50A7-FFC5-C1C016D6D883}" dt="2026-08-04T19:14:09.586" v="3" actId="1076"/>
      <pc:docMkLst>
        <pc:docMk/>
      </pc:docMkLst>
      <pc:sldChg chg="modSp">
        <pc:chgData name="ANDERSON MELO DO NASCIMENTO" userId="S::anderson.nascimento6@aluno.cps.sp.gov.br::30cfa35b-9259-45de-b3cb-8a5cc73c4716" providerId="AD" clId="Web-{4B53ABB9-101D-50A7-FFC5-C1C016D6D883}" dt="2026-08-04T19:14:09.586" v="3" actId="1076"/>
        <pc:sldMkLst>
          <pc:docMk/>
          <pc:sldMk cId="1019732091" sldId="257"/>
        </pc:sldMkLst>
        <pc:picChg chg="mod">
          <ac:chgData name="ANDERSON MELO DO NASCIMENTO" userId="S::anderson.nascimento6@aluno.cps.sp.gov.br::30cfa35b-9259-45de-b3cb-8a5cc73c4716" providerId="AD" clId="Web-{4B53ABB9-101D-50A7-FFC5-C1C016D6D883}" dt="2026-08-04T19:14:09.586" v="3" actId="1076"/>
          <ac:picMkLst>
            <pc:docMk/>
            <pc:sldMk cId="1019732091" sldId="257"/>
            <ac:picMk id="5" creationId="{6E0A749E-5019-FF15-A3AA-2D5D03596707}"/>
          </ac:picMkLst>
        </pc:picChg>
      </pc:sldChg>
    </pc:docChg>
  </pc:docChgLst>
  <pc:docChgLst>
    <pc:chgData name="ÍTALO SILVA DOS SANTOS" userId="S::italo.santos4@aluno.cps.sp.gov.br::2a66dd54-00f3-426c-9297-75edf3a26ca3" providerId="AD" clId="Web-{27995DB6-ADDB-531F-BF57-AB04A8A4396F}"/>
    <pc:docChg chg="modSld">
      <pc:chgData name="ÍTALO SILVA DOS SANTOS" userId="S::italo.santos4@aluno.cps.sp.gov.br::2a66dd54-00f3-426c-9297-75edf3a26ca3" providerId="AD" clId="Web-{27995DB6-ADDB-531F-BF57-AB04A8A4396F}" dt="2026-08-04T19:01:01.960" v="0" actId="1076"/>
      <pc:docMkLst>
        <pc:docMk/>
      </pc:docMkLst>
      <pc:sldChg chg="modSp">
        <pc:chgData name="ÍTALO SILVA DOS SANTOS" userId="S::italo.santos4@aluno.cps.sp.gov.br::2a66dd54-00f3-426c-9297-75edf3a26ca3" providerId="AD" clId="Web-{27995DB6-ADDB-531F-BF57-AB04A8A4396F}" dt="2026-08-04T19:01:01.960" v="0" actId="1076"/>
        <pc:sldMkLst>
          <pc:docMk/>
          <pc:sldMk cId="3271047682" sldId="258"/>
        </pc:sldMkLst>
        <pc:picChg chg="mod">
          <ac:chgData name="ÍTALO SILVA DOS SANTOS" userId="S::italo.santos4@aluno.cps.sp.gov.br::2a66dd54-00f3-426c-9297-75edf3a26ca3" providerId="AD" clId="Web-{27995DB6-ADDB-531F-BF57-AB04A8A4396F}" dt="2026-08-04T19:01:01.960" v="0" actId="1076"/>
          <ac:picMkLst>
            <pc:docMk/>
            <pc:sldMk cId="3271047682" sldId="258"/>
            <ac:picMk id="5" creationId="{D137939D-9175-25C2-35A9-D445E30C6305}"/>
          </ac:picMkLst>
        </pc:picChg>
      </pc:sldChg>
    </pc:docChg>
  </pc:docChgLst>
  <pc:docChgLst>
    <pc:chgData name="LETICIA FERREIRA DE SOUZA MARINHO" userId="S::leticia.marinho@aluno.cps.sp.gov.br::84cf113a-e32e-4c4a-8672-872bbafc6ee5" providerId="AD" clId="Web-{CF2F766B-BA51-CDC2-1109-9CE7D3167D9A}"/>
    <pc:docChg chg="modSld">
      <pc:chgData name="LETICIA FERREIRA DE SOUZA MARINHO" userId="S::leticia.marinho@aluno.cps.sp.gov.br::84cf113a-e32e-4c4a-8672-872bbafc6ee5" providerId="AD" clId="Web-{CF2F766B-BA51-CDC2-1109-9CE7D3167D9A}" dt="2026-08-04T19:11:01.596" v="2" actId="688"/>
      <pc:docMkLst>
        <pc:docMk/>
      </pc:docMkLst>
      <pc:sldChg chg="modSp">
        <pc:chgData name="LETICIA FERREIRA DE SOUZA MARINHO" userId="S::leticia.marinho@aluno.cps.sp.gov.br::84cf113a-e32e-4c4a-8672-872bbafc6ee5" providerId="AD" clId="Web-{CF2F766B-BA51-CDC2-1109-9CE7D3167D9A}" dt="2026-08-04T19:02:47.014" v="0" actId="1076"/>
        <pc:sldMkLst>
          <pc:docMk/>
          <pc:sldMk cId="2923483031" sldId="256"/>
        </pc:sldMkLst>
        <pc:spChg chg="mod">
          <ac:chgData name="LETICIA FERREIRA DE SOUZA MARINHO" userId="S::leticia.marinho@aluno.cps.sp.gov.br::84cf113a-e32e-4c4a-8672-872bbafc6ee5" providerId="AD" clId="Web-{CF2F766B-BA51-CDC2-1109-9CE7D3167D9A}" dt="2026-08-04T19:02:47.014" v="0" actId="1076"/>
          <ac:spMkLst>
            <pc:docMk/>
            <pc:sldMk cId="2923483031" sldId="256"/>
            <ac:spMk id="3" creationId="{13D2554D-9B75-B181-2EA4-B2E74A3AD94A}"/>
          </ac:spMkLst>
        </pc:spChg>
      </pc:sldChg>
      <pc:sldChg chg="modSp">
        <pc:chgData name="LETICIA FERREIRA DE SOUZA MARINHO" userId="S::leticia.marinho@aluno.cps.sp.gov.br::84cf113a-e32e-4c4a-8672-872bbafc6ee5" providerId="AD" clId="Web-{CF2F766B-BA51-CDC2-1109-9CE7D3167D9A}" dt="2026-08-04T19:11:01.596" v="2" actId="688"/>
        <pc:sldMkLst>
          <pc:docMk/>
          <pc:sldMk cId="1019732091" sldId="257"/>
        </pc:sldMkLst>
        <pc:picChg chg="mod">
          <ac:chgData name="LETICIA FERREIRA DE SOUZA MARINHO" userId="S::leticia.marinho@aluno.cps.sp.gov.br::84cf113a-e32e-4c4a-8672-872bbafc6ee5" providerId="AD" clId="Web-{CF2F766B-BA51-CDC2-1109-9CE7D3167D9A}" dt="2026-08-04T19:11:01.596" v="2" actId="688"/>
          <ac:picMkLst>
            <pc:docMk/>
            <pc:sldMk cId="1019732091" sldId="257"/>
            <ac:picMk id="5" creationId="{6E0A749E-5019-FF15-A3AA-2D5D0359670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C7DE0C-5CCC-A97E-2357-F29FEEF0C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6055C38-7EB1-8B75-187F-89EB46015E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57340E-3294-5EE4-9B87-B86F3067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FA47D-0691-43EB-A797-4DC291769473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E58330-B1C7-638F-619F-E100BC72A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F12A5-2DB9-0CD9-648A-E6C7E2FB5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0178A-F4FF-4E17-9734-EBE369B0847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9040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B769F9-BB11-41BE-5E9C-257A440CA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9CCE6F-ED81-3382-03DD-EE580B736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EDAB8E-6233-4923-598E-DEA037980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FA47D-0691-43EB-A797-4DC291769473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86768E-0345-D5D6-F6E3-CB6903EA0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B2C9E6-4B29-16E2-ACC6-6DDD5B08D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0178A-F4FF-4E17-9734-EBE369B0847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1348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423ED7-2AB2-73CF-9248-29683619F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424E09A-8294-7838-309C-4B75B20B8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A1E496-46D7-5CA0-20D2-348565CD9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FA47D-0691-43EB-A797-4DC291769473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439D97-4DE0-8FDC-B24A-64F7482E9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53CE9E-A761-F1D4-99B7-660EA4D73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0178A-F4FF-4E17-9734-EBE369B0847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0949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8535CF-F7BF-DCC8-C890-3D819EC4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A3B03F-547B-CA7C-F277-90D9E999AF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F39BA6D-542B-C789-F336-5413E6FA4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96E96AD-2616-CF55-5941-793E79F65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FA47D-0691-43EB-A797-4DC291769473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FF0555-27B3-F024-EB61-6DF8BD10F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E462B4-B0FB-2BBB-0661-7FA96184B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0178A-F4FF-4E17-9734-EBE369B0847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6285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1534D6-D7EC-39C3-5995-156CD719B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5206017-F238-D820-B310-F80015290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39AF119-1112-CB48-1D4B-A5B96A4BF6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3E87370-6A5C-2C91-DDE9-A2F01C9FF9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231C58E-0B80-ECA5-C178-C9D96D77C4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56EF140-99FB-F995-431C-69E8AB499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FA47D-0691-43EB-A797-4DC291769473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F1A15E3-18A6-4424-52C4-B406B026E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B03D4D7-45B1-D0E1-608B-2FE51502A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0178A-F4FF-4E17-9734-EBE369B0847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096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DC4BC8-D089-BB52-2C86-1E64D7B96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9926865-7D48-49F0-F2C0-D275A5B14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FA47D-0691-43EB-A797-4DC291769473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1B73230-4BE7-ED87-E804-9832DFF53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5560B4F-CA35-8F8E-D320-31CE701BD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0178A-F4FF-4E17-9734-EBE369B0847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376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D6ED00F-08DE-3D38-236B-BADC6268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FA47D-0691-43EB-A797-4DC291769473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57EEC04-5AF6-7C5F-C148-E3FE32FE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EAD913C-9851-6898-0FAB-7B832EDD8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0178A-F4FF-4E17-9734-EBE369B0847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8108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0B1ADE-C1B0-41AF-4E78-BC14B4346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F4964B-6F9C-1A16-1418-7DA28DEB5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C17E43F-1DF7-E05B-450B-0F5047947C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977ED75-CB0A-B7C3-4ADF-5CD7D5735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FA47D-0691-43EB-A797-4DC291769473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141710-D609-1ECE-221C-0B5B7FC93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294EECF-A8B3-E8D7-BD88-A11CB0F1C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0178A-F4FF-4E17-9734-EBE369B0847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0368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92F8DC-240B-87F3-2494-1DD43D398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65015A1-D801-7867-8B4D-6ECB25C77F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70D83A0-3288-08D9-EF81-DAD7824AB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8C64382-E4B8-ED26-76D8-8700AE498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FA47D-0691-43EB-A797-4DC291769473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ACAEB69-531E-769D-0461-AE2857AD3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71F1332-0091-7673-C247-8534D57EB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0178A-F4FF-4E17-9734-EBE369B0847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2855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D25B9D-9A4A-1A25-A25C-6CDA48FA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F2C6B9E-E4E2-1E0B-FA24-8AACE37BB3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EFA8F9-F0D3-A4FA-1327-5A2A19673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FA47D-0691-43EB-A797-4DC291769473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669AED-E12E-51A2-464B-2FFA1E2DF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8239AB-8FAD-BF75-C34C-953F52E14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0178A-F4FF-4E17-9734-EBE369B0847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572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38CB799-0C2C-A59E-659A-2125E84E09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EE65CCE-D920-754E-D122-9AE145431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29360D-26BD-3721-C67A-6FD1C679D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FA47D-0691-43EB-A797-4DC291769473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3D30EB-B418-2A68-1986-E59455D3C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37B3CD0-0209-7D62-0D69-D7B07CBE6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0178A-F4FF-4E17-9734-EBE369B0847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0683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DB5E51C-D051-9A43-A254-C52CBA77C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7B30BFB-0883-F281-B1D0-651A6B632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4D4BC4-285B-2C19-0904-8FA84F21BF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0FA47D-0691-43EB-A797-4DC291769473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B80513-36F2-A485-D70F-9D03C5CB5B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B47192-47DC-49AC-A053-F8796485E7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E0178A-F4FF-4E17-9734-EBE369B0847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4125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41A809-DCB4-A4F7-8D13-FDDB7A9A93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/>
              <a:t>Login com </a:t>
            </a:r>
            <a:r>
              <a:rPr lang="pt-BR" err="1"/>
              <a:t>Shared</a:t>
            </a:r>
            <a:r>
              <a:rPr lang="pt-BR"/>
              <a:t> PAMI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D2554D-9B75-B181-2EA4-B2E74A3AD9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29916"/>
            <a:ext cx="9144000" cy="1655762"/>
          </a:xfrm>
        </p:spPr>
        <p:txBody>
          <a:bodyPr/>
          <a:lstStyle/>
          <a:p>
            <a:r>
              <a:rPr lang="pt-BR" err="1"/>
              <a:t>Etim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3483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87261-E0CE-8D3D-ED7F-AD5D87C35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7E1B26-68F1-56DF-E533-A869001FD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E0A749E-5019-FF15-A3AA-2D5D03596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264521E1-2530-7512-0458-A82C69FC8753}"/>
              </a:ext>
            </a:extLst>
          </p:cNvPr>
          <p:cNvSpPr txBox="1"/>
          <p:nvPr/>
        </p:nvSpPr>
        <p:spPr>
          <a:xfrm>
            <a:off x="8756078" y="2733071"/>
            <a:ext cx="2228850" cy="36933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err="1"/>
              <a:t>Activity-main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9732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A4BD55-F5AA-E82B-9F43-B5F584274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4C88CA-D907-DD2B-2159-B0B9E4A97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137939D-9175-25C2-35A9-D445E30C6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2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047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B76173-E9B9-C949-5AA1-EADF1BC86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6F3BBC-CDC8-65A9-80B9-CE5D7AE15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E84F147-01A9-2BB7-F0E8-15792AC14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408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4F3A4D-4CA7-10C4-F805-E2F8987DC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F5D005-9B61-AB0E-B8B9-28CFE286E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6664489-3212-8708-7E35-4D7425862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109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0C5B30-A789-B6B6-DFFF-7F6E35F5C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1CE39E-DEA9-8A0C-9752-A58D2BE1B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548CA8B-EB74-8E39-1B28-9F7C0E21C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708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24CAB5-6ED5-0F90-1240-E93CDD060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6A9FC6-422E-CFC4-E151-6A7E68336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41C9423-D2BB-DC5F-E56C-EA56A310B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312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4FB316-45FE-CE31-3CD2-D2C2954B6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F4244E-ADC1-2F42-2C80-CC95A064A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660EE27-17AA-54E6-2226-969DF392A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E1A30EC-70EA-16F5-2D2D-05C1A851E4C6}"/>
              </a:ext>
            </a:extLst>
          </p:cNvPr>
          <p:cNvSpPr txBox="1"/>
          <p:nvPr/>
        </p:nvSpPr>
        <p:spPr>
          <a:xfrm>
            <a:off x="10401300" y="3244334"/>
            <a:ext cx="914400" cy="36933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/>
              <a:t>Borda</a:t>
            </a:r>
          </a:p>
        </p:txBody>
      </p:sp>
    </p:spTree>
    <p:extLst>
      <p:ext uri="{BB962C8B-B14F-4D97-AF65-F5344CB8AC3E}">
        <p14:creationId xmlns:p14="http://schemas.microsoft.com/office/powerpoint/2010/main" val="33970358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FF76EB13BB3B247B642851051DC5816" ma:contentTypeVersion="3" ma:contentTypeDescription="Crie um novo documento." ma:contentTypeScope="" ma:versionID="28f51dc56fd55dad33c2b0de77b57397">
  <xsd:schema xmlns:xsd="http://www.w3.org/2001/XMLSchema" xmlns:xs="http://www.w3.org/2001/XMLSchema" xmlns:p="http://schemas.microsoft.com/office/2006/metadata/properties" xmlns:ns2="25ca337e-fde2-45c2-a2e3-2decbb288067" targetNamespace="http://schemas.microsoft.com/office/2006/metadata/properties" ma:root="true" ma:fieldsID="0b0bd9f6c92ffab96541963daf89be4d" ns2:_="">
    <xsd:import namespace="25ca337e-fde2-45c2-a2e3-2decbb2880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ca337e-fde2-45c2-a2e3-2decbb2880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5C892BE-C0DB-45C5-94D3-8706D34B510C}">
  <ds:schemaRefs>
    <ds:schemaRef ds:uri="25ca337e-fde2-45c2-a2e3-2decbb28806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5D20D6A-683F-406F-AE3E-766723C75DD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79584B-0363-4C55-8DDB-730740FC8DBA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Tema do Office</vt:lpstr>
      <vt:lpstr>Login com Shared PAMI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Centro Paula Souza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Claret</dc:creator>
  <cp:revision>1</cp:revision>
  <dcterms:created xsi:type="dcterms:W3CDTF">2026-08-04T17:41:22Z</dcterms:created>
  <dcterms:modified xsi:type="dcterms:W3CDTF">2026-08-04T19:25:07Z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0x010100CFF76EB13BB3B247B642851051DC5816</vt:lpwstr>
  </property>
</Properties>
</file>